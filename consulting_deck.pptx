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DAY 9  ·  CONSULTING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Should Riverside Malls roll out 25 smart trolleys — and at what price?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000" b="1" i="0">
                <a:solidFill>
                  <a:srgbClr val="FFD700"/>
                </a:solidFill>
              </a:rPr>
              <a:t>Yes — at £200 per trolley per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£1,000 / month profit   ·   6-trolley margin of safety   ·   break-even at 18.75 trolleys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 i="1">
                <a:solidFill>
                  <a:srgbClr val="CCCCCC"/>
                </a:solidFill>
              </a:rPr>
              <a:t>Knull Work Experience Programme   ·   Confidential to participants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01 ·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i="0">
                <a:solidFill>
                  <a:srgbClr val="1F4E79"/>
                </a:solidFill>
              </a:rPr>
              <a:t>Riverside Malls is exploring a smart-trolley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463040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280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 i="0">
                <a:solidFill>
                  <a:srgbClr val="1F4E79"/>
                </a:solidFill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54480"/>
            <a:ext cx="98755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Riverside Malls wants a tech-forward differentiator and is considering a fleet of 25 smart trolleys to give shoppers a frictionless cart and ops a shopper-flow signal.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463040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1280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 i="0">
                <a:solidFill>
                  <a:srgbClr val="1F4E79"/>
                </a:solidFill>
              </a:rPr>
              <a:t>COMPLICATION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51760"/>
            <a:ext cx="98755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Hardware + telematics + support is real money. A naive rollout could lose money every month — or worse, prove the unit economics don't work before the next budget 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463040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280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 i="0">
                <a:solidFill>
                  <a:srgbClr val="1F4E79"/>
                </a:solidFill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49039"/>
            <a:ext cx="98755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Should we go ahead with 25 trolleys, and at what price per trolley per month?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1463040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1280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 i="0">
                <a:solidFill>
                  <a:srgbClr val="1F4E79"/>
                </a:solidFill>
              </a:rPr>
              <a:t>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846320"/>
            <a:ext cx="98755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Yes — at £200 per trolley per month. £1,000/month profit with a 6-trolley margin of safety above break-even.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02 ·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i="0">
                <a:solidFill>
                  <a:srgbClr val="1F4E79"/>
                </a:solidFill>
              </a:rPr>
              <a:t>Two numbers decide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0" i="1">
                <a:solidFill>
                  <a:srgbClr val="555555"/>
                </a:solidFill>
              </a:rPr>
              <a:t>What price per trolley per month turns a 25-trolley pilot into a profitable one?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1F4E79"/>
                </a:solidFill>
              </a:rPr>
              <a:t>REVENUE   (per trolley / month)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03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B30000"/>
                </a:solidFill>
              </a:rPr>
              <a:t>Operator fee:   P   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303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•  Charged per active trolley, billed monthly.
•  Only revenue counted in the base case.
•  £1/visit shopper hire and ad slots are upside — called out, not booked.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1F4E79"/>
                </a:solidFill>
              </a:rPr>
              <a:t>COST   (monthly)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03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v = £40   ·   F = £3,000   ·   T =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303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•  v = variable cost per trolley (maintenance, telematics, support).
•  F = fixed monthly cost (platform, depot, on-call).
•  T = fleet size in the pilot = 25 trolleys.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11521440" cy="14630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1F4E79"/>
                </a:solidFill>
              </a:rPr>
              <a:t>THE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Monthly profit = T × (P − v) − F        Break-even trolleys n* = F / (P − 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Change one number, every cell updates.  (See unit_economics.xlsx — Assumptions sheet.)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03 ·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i="0">
                <a:solidFill>
                  <a:srgbClr val="1F4E79"/>
                </a:solidFill>
              </a:rPr>
              <a:t>Run the pilot. Charge £200 per trolley per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2194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MONTHLY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3657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6000" b="1" i="0">
                <a:solidFill>
                  <a:srgbClr val="FFD700"/>
                </a:solidFill>
              </a:rPr>
              <a:t>£1,000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at £200 / trolley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45920"/>
            <a:ext cx="3657600" cy="2194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BREAK-EVEN TROLLEYS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657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6000" b="1" i="0">
                <a:solidFill>
                  <a:srgbClr val="FFD700"/>
                </a:solidFill>
              </a:rPr>
              <a:t>18.75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2918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vs. 25 in the pilot → 6-trolley safety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657600" cy="2194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HEADROOM TO NEXT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3657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6000" b="1" i="0">
                <a:solidFill>
                  <a:srgbClr val="FFD700"/>
                </a:solidFill>
              </a:rPr>
              <a:t>+30%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2918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before £250 is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11521440" cy="2011680"/>
          </a:xfrm>
          <a:prstGeom prst="rect">
            <a:avLst/>
          </a:prstGeom>
          <a:solidFill>
            <a:srgbClr val="FFF5F5"/>
          </a:solidFill>
          <a:ln>
            <a:solidFill>
              <a:srgbClr val="B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B30000"/>
                </a:solidFill>
              </a:rPr>
              <a:t>WHY NOT £150?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11556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At £150 the pilot loses £250/month — break-even needs 27.3 trolleys but we only have 25. Penetration pricing doesn't work until the fixed cost is amortised across more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04 ·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i="0">
                <a:solidFill>
                  <a:srgbClr val="1F4E79"/>
                </a:solidFill>
              </a:rPr>
              <a:t>Unit economics across 4 price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Price 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54480"/>
            <a:ext cx="18288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4592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Price (£)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18288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164592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Contribution (£)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27432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164592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Monthly profit (£)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219456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645920"/>
            <a:ext cx="20116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Break-even trolleys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Floor (£150)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05740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14884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£150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05740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14884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£110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0574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79" y="214884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£-250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05740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148840"/>
            <a:ext cx="20116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27.3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60320"/>
            <a:ext cx="27432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65176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Base (£200)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560320"/>
            <a:ext cx="18288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265176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£200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560320"/>
            <a:ext cx="18288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9" y="265176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£160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560320"/>
            <a:ext cx="27432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79" y="265176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£1,000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2560320"/>
            <a:ext cx="219456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2651760"/>
            <a:ext cx="20116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18.75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063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15468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Premium (£250)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30632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315468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£250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0632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79" y="315468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£210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063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79" y="315468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£2,250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30632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3154680"/>
            <a:ext cx="20116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14.3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6616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Aspirational (£300)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56616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365760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£300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356616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79" y="3657600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£260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56616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79" y="3657600"/>
            <a:ext cx="2560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£3,500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35661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3657600"/>
            <a:ext cx="20116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11.5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297680"/>
            <a:ext cx="11521440" cy="20116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38912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1F4E79"/>
                </a:solidFill>
              </a:rPr>
              <a:t>WORKED EXAMPLE  ·  £200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75488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0" i="0">
                <a:solidFill>
                  <a:srgbClr val="555555"/>
                </a:solidFill>
              </a:rPr>
              <a:t>contribution = P − v = 200 − 40 = £160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0" i="0">
                <a:solidFill>
                  <a:srgbClr val="555555"/>
                </a:solidFill>
              </a:rPr>
              <a:t>monthly profit = T × (P − v) − F = 25 × 160 − 3,000 = £1,000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break-even trolleys n* = F / (P − v) = 3,000 / 160 = 18.75   →   pilot clears break-even with 6.25 trolleys to spare.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05 · THE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i="0">
                <a:solidFill>
                  <a:srgbClr val="1F4E79"/>
                </a:solidFill>
              </a:rPr>
              <a:t>£200 is the knee of the curve — and the only price with margin</a:t>
            </a:r>
          </a:p>
        </p:txBody>
      </p:sp>
      <p:pic>
        <p:nvPicPr>
          <p:cNvPr id="7" name="Picture 6" descr="profit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73152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463040"/>
            <a:ext cx="4206240" cy="2194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1F4E79"/>
                </a:solidFill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20240"/>
            <a:ext cx="38404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The red dot is £200 — the first price at which the pilot turns green. Below it, every month is a loss. Above it, every extra £50/trolley adds another £1,250/month in profit.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840480"/>
            <a:ext cx="4206240" cy="2194560"/>
          </a:xfrm>
          <a:prstGeom prst="rect">
            <a:avLst/>
          </a:prstGeom>
          <a:solidFill>
            <a:srgbClr val="FFF5F5"/>
          </a:solidFill>
          <a:ln>
            <a:solidFill>
              <a:srgbClr val="B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93192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B30000"/>
                </a:solidFill>
              </a:rPr>
              <a:t>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97680"/>
            <a:ext cx="38404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If price falls to £160 or below, profit goes negative. Anchor the sales conversation at £200 — don't negotiate on the headline number without a fleet-size concession.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06 ·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The pilot survives 2× support cost — but not 20% monthly churn</a:t>
            </a:r>
          </a:p>
        </p:txBody>
      </p:sp>
      <p:pic>
        <p:nvPicPr>
          <p:cNvPr id="7" name="Picture 6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73152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463040"/>
            <a:ext cx="4206240" cy="1645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1F4E79"/>
                </a:solidFill>
              </a:rPr>
              <a:t>Support cost doubles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20240"/>
            <a:ext cx="38404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We drop to exactly £0 profit. We must monitor cost-to-serve weekly in the first 90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4206240" cy="1645920"/>
          </a:xfrm>
          <a:prstGeom prst="rect">
            <a:avLst/>
          </a:prstGeom>
          <a:solidFill>
            <a:srgbClr val="FFF5F5"/>
          </a:solidFill>
          <a:ln>
            <a:solidFill>
              <a:srgbClr val="B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38328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B30000"/>
                </a:solidFill>
              </a:rPr>
              <a:t>20% monthly trolley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49039"/>
            <a:ext cx="38404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Lose £400/month. A re-deployment + refurb capex plan is non-negotiable before we go live.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5120640"/>
            <a:ext cx="4206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212080"/>
            <a:ext cx="38404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Trolley under-utilisation: if &lt;18.75 trolleys are active, the pilot loses money. Recovery playbook + operator co-marketing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07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 i="1">
                <a:solidFill>
                  <a:srgbClr val="555555"/>
                </a:solidFill>
              </a:rPr>
              <a:t>Day 9 · Riverside Malls · Smart Trolley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i="0">
                <a:solidFill>
                  <a:srgbClr val="1F4E79"/>
                </a:solidFill>
              </a:rPr>
              <a:t>Three things to validate before we sign the contract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9144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400" b="1" i="0">
                <a:solidFill>
                  <a:srgbClr val="FFD7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0200"/>
            <a:ext cx="10424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Confirm cost-to-serve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104241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555555"/>
                </a:solidFill>
              </a:rPr>
              <a:t>Shadow-quote support and telematics for 4 weeks with a real depot. The £40 variable cost is an estimate — moving it to £60 changes break-even from 19 to 25 trolleys.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9144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383279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400" b="1" i="0">
                <a:solidFill>
                  <a:srgbClr val="FFD70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79"/>
            <a:ext cx="10424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Pilot a 5-trolley shadow fleet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104241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555555"/>
                </a:solidFill>
              </a:rPr>
              <a:t>Run a no-charge 4-week shadow deployment to measure actual utilisation and churn. Use the real data, not the model assumption of 100% utilisation.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9144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937759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400" b="1" i="0">
                <a:solidFill>
                  <a:srgbClr val="FFD70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09159"/>
            <a:ext cx="10424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Lock the £200 headline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66359"/>
            <a:ext cx="104241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555555"/>
                </a:solidFill>
              </a:rPr>
              <a:t>Set the operator-fee schedule at £200/trolley/month with a contractual volume clause: any sub-19-trolley month triggers a price-floor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